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TimeMixer_300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0600" y="0"/>
            <a:ext cx="4743450" cy="2258060"/>
          </a:xfrm>
          <a:prstGeom prst="rect">
            <a:avLst/>
          </a:prstGeom>
        </p:spPr>
      </p:pic>
      <p:pic>
        <p:nvPicPr>
          <p:cNvPr id="22" name="图片 21" descr="Unet_300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" y="2400300"/>
            <a:ext cx="4572000" cy="2343150"/>
          </a:xfrm>
          <a:prstGeom prst="rect">
            <a:avLst/>
          </a:prstGeom>
        </p:spPr>
      </p:pic>
      <p:pic>
        <p:nvPicPr>
          <p:cNvPr id="23" name="图片 22" descr="seismic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" y="0"/>
            <a:ext cx="4743450" cy="2343150"/>
          </a:xfrm>
          <a:prstGeom prst="rect">
            <a:avLst/>
          </a:prstGeom>
        </p:spPr>
      </p:pic>
      <p:pic>
        <p:nvPicPr>
          <p:cNvPr id="25" name="图片 24" descr="iTransformer_300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44050" y="0"/>
            <a:ext cx="4743450" cy="2258060"/>
          </a:xfrm>
          <a:prstGeom prst="rect">
            <a:avLst/>
          </a:prstGeom>
        </p:spPr>
      </p:pic>
      <p:pic>
        <p:nvPicPr>
          <p:cNvPr id="28" name="图片 27" descr="CIMSUNet_300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00600" y="2343150"/>
            <a:ext cx="4743450" cy="2343150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5038725" y="2552700"/>
            <a:ext cx="4505325" cy="213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 descr="CIMSUNet_300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4721" r="-6347"/>
          <a:stretch>
            <a:fillRect/>
          </a:stretch>
        </p:blipFill>
        <p:spPr>
          <a:xfrm>
            <a:off x="5148000" y="2476500"/>
            <a:ext cx="4500000" cy="2181225"/>
          </a:xfrm>
          <a:prstGeom prst="rect">
            <a:avLst/>
          </a:prstGeom>
        </p:spPr>
      </p:pic>
      <p:pic>
        <p:nvPicPr>
          <p:cNvPr id="26" name="图片 25" descr="GT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44050" y="2343150"/>
            <a:ext cx="4743450" cy="2343150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9770745" y="2562225"/>
            <a:ext cx="4505325" cy="2085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 descr="GT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804" r="-5160"/>
          <a:stretch>
            <a:fillRect/>
          </a:stretch>
        </p:blipFill>
        <p:spPr>
          <a:xfrm>
            <a:off x="9900000" y="2466975"/>
            <a:ext cx="4464000" cy="2209800"/>
          </a:xfrm>
          <a:prstGeom prst="rect">
            <a:avLst/>
          </a:prstGeom>
        </p:spPr>
      </p:pic>
      <p:pic>
        <p:nvPicPr>
          <p:cNvPr id="27" name="图片 26" descr="GT_colorbar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122400" y="2628900"/>
            <a:ext cx="4953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 Black</vt:lpstr>
      <vt:lpstr>微软雅黑</vt:lpstr>
      <vt:lpstr>Arial Unicode MS</vt:lpstr>
      <vt:lpstr>黑体</vt:lpstr>
      <vt:lpstr>WPS​​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SmartPig</cp:lastModifiedBy>
  <cp:revision>4</cp:revision>
  <dcterms:created xsi:type="dcterms:W3CDTF">2023-07-11T07:43:00Z</dcterms:created>
  <dcterms:modified xsi:type="dcterms:W3CDTF">2025-04-05T17:15:20Z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2052-12.8.2.18205</vt:lpwstr>
  </property>
  <property fmtid="{D5CDD505-2E9C-101B-9397-08002B2CF9AE}" pid="3" name="ICV">
    <vt:lpwstr>23F43868E31C49C895DB2FE84BA9D9D5_11</vt:lpwstr>
  </property>
</Properties>
</file>